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98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28016" cy="128016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365760"/>
            <a:ext cx="585216" cy="58521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5CC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82880"/>
            <a:ext cx="950976" cy="950976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8FA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CAMPUS COMMS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Off-Grid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pure-React messenger bridged over ESP32 / ESP-NOW mesh radio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59536" y="4379976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9536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" y="494690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S.V. Karan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529437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RA2511056010034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38144" y="416052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0" y="4379976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39312" y="494690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Kohli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39312" y="529437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RA2511056010045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416052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55664" y="4379976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55664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37376" y="494690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37376" y="529437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RA2511056010049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34272" y="416052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41A45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253728" y="4379976"/>
            <a:ext cx="457200" cy="45720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53728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35440" y="494690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Sathvik Novel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35440" y="529437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RA2511056010055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73352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messaging today depends entirely on Wi-Fi, cellular towers, and third-party servers. When that infrastructure is unavailable, congested, or untrusted, students and teams have no private, reliable way to communicate over short distances.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off-grid, infrastructure-free, True End-to-End Encrypted terminal chat system: a pure-Java CLI application handling all logic and cryptography, physically bridged through ESP32 nodes that relay ciphertext over ESP-NOW — no APs, no internet, no servers.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486400" cy="1033272"/>
          </a:xfrm>
          <a:prstGeom prst="roundRect">
            <a:avLst>
              <a:gd name="adj" fmla="val 88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91072" y="1952244"/>
            <a:ext cx="512064" cy="512064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91072" y="19522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19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95160" y="21671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 APs, cell towers, or internet — pure device-to-device radio link.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5486400" cy="1033272"/>
          </a:xfrm>
          <a:prstGeom prst="roundRect">
            <a:avLst>
              <a:gd name="adj" fmla="val 88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91072" y="3186684"/>
            <a:ext cx="512064" cy="512064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91072" y="31866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3054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E2EE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95160" y="34015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and decryption happen only on the JVM host, never on the ESP32.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4160520"/>
            <a:ext cx="5486400" cy="1033272"/>
          </a:xfrm>
          <a:prstGeom prst="roundRect">
            <a:avLst>
              <a:gd name="adj" fmla="val 88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91072" y="4421124"/>
            <a:ext cx="512064" cy="512064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91072" y="44211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288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100–200m Range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4636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 ESP-NOW link between two ESP32 peer nodes.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5394960"/>
            <a:ext cx="5486400" cy="1033272"/>
          </a:xfrm>
          <a:prstGeom prst="roundRect">
            <a:avLst>
              <a:gd name="adj" fmla="val 88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91072" y="5655564"/>
            <a:ext cx="512064" cy="512064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91072" y="56555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55229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58704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CLI REPL — runs anywhere a JVM does, laptop to Raspberry Pi.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Technical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05740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ESP32 Development Boards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Micro-USB / USB-C cables or portable power banks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3dBi antennas (optional, for extended range)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98848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988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Environments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05740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React WebApp — runs on laptop, desktop, or Raspberry Pi</a:t>
            </a:r>
            <a:endParaRPr lang="en-US" sz="16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(C/C++)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47888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4788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&amp; Build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05740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or Gradle for dependency management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IntelliJ, Eclipse, VS Code, or CLI (javac, java, Vim)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or Arduino IDE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for version control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9808" y="4160520"/>
            <a:ext cx="365760" cy="36576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Libraries &amp; Frameworks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61772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UI: @</a:t>
            </a:r>
            <a:r>
              <a:rPr lang="en-IN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xterm</a:t>
            </a:r>
            <a:r>
              <a:rPr lang="en-I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IN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xterm</a:t>
            </a:r>
            <a:r>
              <a:rPr lang="en-IN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@xterm/addon-fit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sqlite-jdbc (embedded SQLite)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Crypto: JCA — AES/GCM/NoPadding, KeyGenerator, PKCS12 KeyStore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jSerialComm or OS-level BLE wrapper</a:t>
            </a:r>
            <a:endParaRPr lang="en-US" sz="11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ExecutorService (reader/writer/UI daemon threads)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98848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9884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Protocols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461772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— wireless ESP32-to-ESP32 peer link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C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Serial (UART/USB) or OS-level BLE — Host-to-ESP32 link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2395728"/>
          </a:xfrm>
          <a:prstGeom prst="roundRect">
            <a:avLst>
              <a:gd name="adj" fmla="val 34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47888" y="4160520"/>
            <a:ext cx="365760" cy="365760"/>
          </a:xfrm>
          <a:prstGeom prst="ellipse">
            <a:avLst/>
          </a:prstGeom>
          <a:solidFill>
            <a:srgbClr val="5CC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4788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66176" y="4617720"/>
            <a:ext cx="31455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off-grid, True E2EE terminal chat (100–200m line of sight)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chat-app.jar — single executable Shadow/Fat JAR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 of terminal UI + physical hardware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repo (/jvm_terminal_app, /esp32_firmware) with build/run README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C8279-0FF8-770F-174A-F63E6C91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61" y="1436613"/>
            <a:ext cx="7540418" cy="3984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1D9279-5D1E-80E5-6EB9-E60922530005}"/>
              </a:ext>
            </a:extLst>
          </p:cNvPr>
          <p:cNvSpPr txBox="1"/>
          <p:nvPr/>
        </p:nvSpPr>
        <p:spPr>
          <a:xfrm>
            <a:off x="4123427" y="319696"/>
            <a:ext cx="3502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u="sng" dirty="0"/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76730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423</Words>
  <Application>Microsoft Office PowerPoint</Application>
  <PresentationFormat>Widescreen</PresentationFormat>
  <Paragraphs>72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 KOHLI (RA2511056010045)</cp:lastModifiedBy>
  <cp:revision>6</cp:revision>
  <dcterms:created xsi:type="dcterms:W3CDTF">2026-08-04T17:36:44Z</dcterms:created>
  <dcterms:modified xsi:type="dcterms:W3CDTF">2026-08-07T07:49:15Z</dcterms:modified>
</cp:coreProperties>
</file>